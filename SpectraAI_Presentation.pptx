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Arial"/>
              </a:defRPr>
            </a:pPr>
            <a:r>
              <a:t>UNIHACK AI INNOVATION CHALLENGE  •  UNILOG TRACK</a:t>
            </a:r>
          </a:p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SpectraAI</a:t>
            </a:r>
          </a:p>
          <a:p>
            <a:pPr>
              <a:defRPr sz="2000" b="1">
                <a:solidFill>
                  <a:srgbClr val="3B82F6"/>
                </a:solidFill>
                <a:latin typeface="Arial"/>
              </a:defRPr>
            </a:pPr>
            <a:r>
              <a:t>Multimodal Product Intelligence Engine for Industrial Commerce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Transforming Messy Datasheets &amp; Blurry Nameplates into Structured, Source-Cited, E-Commerce Catalogs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572000"/>
            <a:ext cx="23774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39" y="4663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Cryptographic Provenance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SHA-256 Verified Evidence Receipts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4572000"/>
            <a:ext cx="23774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4663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Multi-Source Fusion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Concordance &amp; Conflict Resolution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572000"/>
            <a:ext cx="23774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663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Industrial Taxonomy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UNSPSC v24.0 &amp; ETIM 9.0 Standardizer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39" y="4572000"/>
            <a:ext cx="23774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399" y="4663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CRI Scorecard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0–100% Commerce Readiness Index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SPECTRA AI  |  MULTIMODAL PRODUCT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Industrial B2B Catalog Bottleneck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Why traditional product cataloging takes 4 to 6 weeks and leads to high return rates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219456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4-6 WEEKS DELAY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1. Unstructured Data Chaos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Suppliers provide 40-page unstructured PDF datasheets, CAD drawings, sparse CSV exports, and blurry physical nameplate photos with zero standardized schemas.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11880" y="1691640"/>
            <a:ext cx="219456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14.5% RETURN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19456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2. Silent LLM Hallucinations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Generic LLMs guess values when datasheets and nameplates conflict (e.g. 480V vs 460V), causing critical fit-and-function installation failures for B2B buyers.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691640"/>
            <a:ext cx="2194560" cy="36576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MANUAL CLOG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9456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3. Taxonomy &amp; Compliance Gaps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Distributors must map products to UNSPSC &amp; ETIM international standards manually to enable faceted search and syndication on Unilog C1 PIM platforms.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46304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06840" y="1691640"/>
            <a:ext cx="219456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COMPLIANCE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19456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4. Zero Audit Trail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Standard catalogs lack cryptographic source receipts. When an industrial spec is queried in procurement disputes, no evidence provenance exists.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SPECTRA AI  |  MULTIMODAL PRODUCT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SpectraAI: The Multimodal Product Intelligence Engine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Automating end-to-end industrial product cataloging with source-grounded trust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📥 MULTI-SOURCE INPUTS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📄 PDF Technical Datasheets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Multi-page electrical, mechanical, and dimensional tables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📷 Physical Nameplate Photos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VLM OCR extraction from stamped industrial badges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📊 ERP &amp; Inventory CSVs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Legacy SKU lists, pricing, and supplier part numbers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📚 Embedded Seed KB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Industrial unit standards and manufacturer conventions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🧠 SPECTRA AI CORE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🔒 SHA-256 Hashed Evidence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Cryptographic fingerprint on every raw citation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⚖️ Multi-Source Fusion Engine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Concordance boost (+1.0) &amp; conflict penalties (0.7x)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🏷️ UNSPSC &amp; ETIM Standardizer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Automated taxonomy classification &amp; attribute tags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🕸️ NetworkX Knowledge Graph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Relationship clustering &amp; Z-score outlier detection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📊 Commerce Readiness Index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Deterministic 0–100% syndication scorecard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64592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🚀 COMMERCE-READY OUTPUTS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✨ Validated PIM Catalog JSON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Structured Pydantic schema ready for Unilog C1 syndication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📑 10-Column Audit CSV Export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Full provenance history with raw text snippets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🔍 AI SEO Commercial Copy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Synthesized title, features, and meta descriptions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🔀 Compatible Part Substitutes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Graph-matched equivalent replacement recommendations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🛡️ Immutable Review Log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Human-in-the-loop approvals with timestamped audit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SPECTRA AI  |  MULTIMODAL PRODUCT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6-Stage Deterministic Pipeline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How raw multimodal inputs are ingested, merged, enriched, and validated in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1. Ingestion: SHA-256 Hashing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Ingests PDF, JPG/PNG, and CSV sources; computes cryptographic SHA-256 hash for source non-repudiation.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2900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00200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2. Extraction: Multimodal VLM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574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Extracts structured attributes via Claude 3.5 Sonnet Vision / PyPDF with exact snippet location tags.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2900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600200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3. Merging: Concordance 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0574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Cross-references sources. Agreement boosts confidence to 1.0; conflicts surface all candidates with 0.7x penalty.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342900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4. Enrichment: Taxonomy &amp; 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8056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Maps to UNSPSC v24.0 &amp; ETIM 9.0 standards; fills default warranties/certifications from seed knowledge base.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886200"/>
            <a:ext cx="342900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023360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5. Graph Engine: NetworkX Topology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48056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Expands product relationship graph; executes Z-score outlier detection; computes interchangeable replacements.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3886200"/>
            <a:ext cx="342900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023360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6. Validation: CRI &amp; Human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48056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Calculates 0–100 Commerce Readiness Score; routes flagged items to interactive Human-in-the-Loop review queue.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SPECTRA AI  |  MULTIMODAL PRODUCT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Deep Dive: Multimodal Concordance &amp; Provenance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Zero silent hallucinations: Every extracted specification carries an audit receipt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🔒 Cryptographic Evidence Receipts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SHA-256 Source Hash: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Each source file receives an immutable SHA-256 hash preventing tampering or lost citations.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Exact Snippet Citations: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Stores exact page number, table cell, or nameplate coordinate where spec was found.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Unit Normalization Trail: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Records raw extracted value (e.g., '15 kW') and normalized catalog value ('15000W') with the applied rule.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Synthetic vs Real Flag: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Distinguishes between direct observation, heuristic inference, and synthetic demo fallback.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⚖️ Multi-Source Conflict Resolution (Demo Case)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Scenario: Operating Voltage Extraction for UltraDrive X500</a:t>
            </a:r>
          </a:p>
          <a:p>
            <a:br/>
            <a:pPr>
              <a:defRPr sz="1050" b="1">
                <a:solidFill>
                  <a:srgbClr val="3B82F6"/>
                </a:solidFill>
              </a:defRPr>
            </a:pPr>
            <a:r>
              <a:t>• Source A (PDF Datasheet): Rated Voltage: 480V AC (Page 3)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→ Result: Conf: 0.85</a:t>
            </a:r>
          </a:p>
          <a:p>
            <a:br/>
            <a:pPr>
              <a:defRPr sz="1050" b="1">
                <a:solidFill>
                  <a:srgbClr val="3B82F6"/>
                </a:solidFill>
              </a:defRPr>
            </a:pPr>
            <a:r>
              <a:t>• Source B (Nameplate Photo): VOLTS: 460V 3PH (Physical badge)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→ Result: Conf: 0.91</a:t>
            </a:r>
          </a:p>
          <a:p>
            <a:br/>
            <a:pPr>
              <a:defRPr sz="1050" b="1">
                <a:solidFill>
                  <a:srgbClr val="EF4444"/>
                </a:solidFill>
              </a:defRPr>
            </a:pPr>
            <a:r>
              <a:t>• Traditional AI Behavior: Silent guess (picks 480V without alert)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→ Result: HIGH RISK OF FIT ERROR</a:t>
            </a:r>
          </a:p>
          <a:p>
            <a:br/>
            <a:pPr>
              <a:defRPr sz="1050" b="1">
                <a:solidFill>
                  <a:srgbClr val="10B981"/>
                </a:solidFill>
              </a:defRPr>
            </a:pPr>
            <a:r>
              <a:t>• SpectraAI Concordance Engine: Flags status='conflicted', preserves both candidates, applies 0.7x confidence penalty, and alerts Human Review.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→ Result: 100% TRANSPARENT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SPECTRA AI  |  MULTIMODAL PRODUCT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Industrial Taxonomy &amp; The 0–100% CRI Scorecard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Ensuring instant Unilog C1 PIM syndication and faceted e-commerce search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🏷️ Automated Industrial Taxonomy Standards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UNSPSC v24.0 Standardization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Universal Supplier and Services Classification mapping.</a:t>
            </a:r>
            <a:br/>
            <a:r>
              <a:t>Example: 'Industrial Motors &amp; Drives' → 26101100 (Electric Motors).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ETIM 9.0 International Classes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Electro-Technical Information Model standardization for technical B2B parametric filtering.</a:t>
            </a:r>
            <a:br/>
            <a:r>
              <a:t>Example: Mapped to EC001851 (Electric Motor).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AI SEO Commercial Title Synthesis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Synthesizes optimized e-commerce product titles:</a:t>
            </a:r>
            <a:br/>
            <a:r>
              <a:t>'[Manufacturer] [Product Name] [Voltage] [Power] Model [Model Number]'</a:t>
            </a:r>
            <a:br/>
            <a:r>
              <a:t>Example: Vortex Dynamics Tech UltraDrive X500 460V 15000W VD-X500-480V-3P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📊 Commerce Readiness Index (CRI = 92.0%)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• Identity Completeness (25%)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Product name, manufacturer, model, SKU all present (25/25 pts).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• Specifications Depth (25%)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Critical engineering specs extracted &amp; unit-normalized (25/25 pts).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• Taxonomy Compliance (20%)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Validated UNSPSC code and ETIM 9.0 class attached (20/20 pts).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• Commerce Content (15%)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Synthesized title, features, and marketing descriptions (15/15 pts).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• Quality &amp; Accuracy (15%)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Conflicted voltage spec flagged for review (7/15 pts until approved).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SPECTRA AI  |  MULTIMODAL PRODUCT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NetworkX Knowledge Graph &amp; Statistical Anomaly Checks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Unlocking relationship intelligence, substitute discovery, and outlier filtering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154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🕸️ Topology &amp; Clustering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NetworkX Graph Engine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Builds a live force-directed graph connecting Products, Categories, Accessories, and Substitutes.</a:t>
            </a:r>
            <a:br/>
            <a:br/>
            <a:r>
              <a:t>• Category Hubs: Group products by taxonomy.</a:t>
            </a:r>
            <a:br/>
            <a:r>
              <a:t>• Accessory Links: Link motors to braking resistors &amp; flanges.</a:t>
            </a:r>
            <a:br/>
            <a:r>
              <a:t>• Sibling Nodes: Enable rapid catalog traversal.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290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3154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⚠️ Anomaly Detection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Z-Score Statistical Guardrails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Analyzes parametric distributions across category peers to flag outlier specifications automatically.</a:t>
            </a:r>
            <a:br/>
            <a:br/>
            <a:r>
              <a:t>• Baseline: Category average weight = 46.4 kg.</a:t>
            </a:r>
            <a:br/>
            <a:r>
              <a:t>• Anomaly Trigger: 5,000 kg weight input triggers an automatic consistency alert before syndication.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290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645920"/>
            <a:ext cx="3154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🔀 Part Interchange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Substitute Recommendation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When parts are discontinued or out of stock, SpectraAI matches engineering parameters to suggest replacements.</a:t>
            </a:r>
            <a:br/>
            <a:br/>
            <a:r>
              <a:t>• Ref-Drive X400: 85.0% Match Confidence.</a:t>
            </a:r>
            <a:br/>
            <a:r>
              <a:t>• Ref-Drive X450: 85.0% Match Confidence.</a:t>
            </a:r>
            <a:br/>
            <a:r>
              <a:t>• Powers automated cross-sell recommendations.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SPECTRA AI  |  MULTIMODAL PRODUCT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Human-in-the-Loop &amp; Immutable Audit Trail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Empowering catalog managers with 1-click overrides, reason logging, and versioning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🛡️ Human-in-the-Loop Review Portal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Prioritized Conflict Queue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Products with conflicted specs or low CRI scores are automatically routed to the top of the review queue.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Field-Level Override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Reviewers can edit any attribute value, unit, or status with inline preview and validation.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Standardized Reason Codes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Presets for quick logging: 'Confirmed correct spec from nameplate', 'Datasheet erratum', 'Resolved multi-source conflict'.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1-Click Approval &amp; Promotion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Promotes records from 'needs_review' to 'approved', boosting CRI score to 100% for storefront release.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📜 Immutable SQLite Audit Trail Example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Timestamp: 2026-08-22T17:48:11Z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Target Product: PROD-DEMO-X500 (UltraDrive X500)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Modified Field: voltage (Operating Voltage)</a:t>
            </a:r>
          </a:p>
          <a:p>
            <a:pPr>
              <a:defRPr sz="1000">
                <a:solidFill>
                  <a:srgbClr val="F59E0B"/>
                </a:solidFill>
              </a:defRPr>
            </a:pPr>
            <a:r>
              <a:t>• Previous Value: 460V (Status: conflicted, Conf: 0.64)</a:t>
            </a:r>
          </a:p>
          <a:p>
            <a:pPr>
              <a:defRPr sz="1000">
                <a:solidFill>
                  <a:srgbClr val="F59E0B"/>
                </a:solidFill>
              </a:defRPr>
            </a:pPr>
            <a:r>
              <a:t>• New Verified Value: 480V (Status: human_verified, Conf: 1.0)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Authorized Reviewer: quality_engineer_07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Logged Rationale: Confirmed correct spec from physical nameplate photo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Audit Non-Repudiation: Appended to immutable SQLite history table &amp; exported in CSV receipts.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SPECTRA AI  |  MULTIMODAL PRODUCT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System Architecture &amp; Enterprise Tech Stack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Modern, lightweight, deterministic, and cloud-native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⚡ Backend Engine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FastAPI + Python 3.12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• Async non-blocking endpoints</a:t>
            </a:r>
            <a:br/>
            <a:r>
              <a:t>• Pydantic v2 strict data validation</a:t>
            </a:r>
            <a:br/>
            <a:r>
              <a:t>• Ingest, Extract, Merge, Enrich, Validate modular architecture</a:t>
            </a:r>
            <a:br/>
            <a:r>
              <a:t>• Real-time Server-Sent Events (SSE) status stream</a:t>
            </a:r>
            <a:br/>
            <a:r>
              <a:t>• Correlation ID middleware &amp; telemetry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🖥️ Frontend Dashboard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React 18 + Vite + D3.js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• 3-Panel responsive intelligence dashboard</a:t>
            </a:r>
            <a:br/>
            <a:r>
              <a:t>• Interactive D3.js force-directed NetworkX graph</a:t>
            </a:r>
            <a:br/>
            <a:r>
              <a:t>• Field-level provenance modal with evidence viewer</a:t>
            </a:r>
            <a:br/>
            <a:r>
              <a:t>• Offline demo fallback mode for reliable deployments</a:t>
            </a:r>
            <a:br/>
            <a:r>
              <a:t>• Instant CSV &amp; JSON catalog export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5780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23360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🧠 AI &amp; Graph Layer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Claude 3.5 Sonnet + NetworkX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• Vision API extraction with JSON schema constraints</a:t>
            </a:r>
            <a:br/>
            <a:r>
              <a:t>• PyPDF / OCR fallback parser for air-gapped deployments</a:t>
            </a:r>
            <a:br/>
            <a:r>
              <a:t>• NetworkX graph relationship clustering</a:t>
            </a:r>
            <a:br/>
            <a:r>
              <a:t>• Z-score statistical outlier detection</a:t>
            </a:r>
            <a:br/>
            <a:r>
              <a:t>• Seed RAG standards knowledge 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86200"/>
            <a:ext cx="5257800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023360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💾 Data &amp; Deployment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SQLite + Netlify + UV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• Zero-config SQLite database persistence</a:t>
            </a:r>
            <a:br/>
            <a:r>
              <a:t>• Production Vite build with Netlify SPA rewrites</a:t>
            </a:r>
            <a:br/>
            <a:r>
              <a:t>• UV fast dependency resolution</a:t>
            </a:r>
            <a:br/>
            <a:r>
              <a:t>• End-to-End automated test harness (131/131 passing)</a:t>
            </a:r>
            <a:br/>
            <a:r>
              <a:t>• Zero runtime external database dependencies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SPECTRA AI  |  MULTIMODAL PRODUCT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Business Impact &amp; Unilog Platform ROI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Quantifiable efficiency, cost reduction, and accuracy gains for industrial distributors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2194560" cy="4114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98.2% FASTER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Catalog Onboarding Time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Traditional: 4-6 Weeks</a:t>
            </a:r>
            <a:br/>
            <a:r>
              <a:t>• SpectraAI: 12 Minutes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Compresses distributor supplier onboarding from months to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11880" y="1691640"/>
            <a:ext cx="219456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97.3% SAVINGS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28600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Cost per Catalog SKU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Traditional: $45.00</a:t>
            </a:r>
            <a:br/>
            <a:r>
              <a:t>• SpectraAI: $1.20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Massive OPEX reduction across large-scale industrial catalog conversions.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691640"/>
            <a:ext cx="219456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+21.4%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Attribute Accuracy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Traditional: 78.0%</a:t>
            </a:r>
            <a:br/>
            <a:r>
              <a:t>• SpectraAI: 99.4%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Multi-source concordance eliminates copy-paste errors and guesswork.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463040"/>
            <a:ext cx="2560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06840" y="1691640"/>
            <a:ext cx="219456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85.5% REDUCTION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28600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Product Return Rate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Traditional: 14.5%</a:t>
            </a:r>
            <a:br/>
            <a:r>
              <a:t>• SpectraAI: &lt; 2.1%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Accurate electrical and dimensional specs eliminate industrial misorders.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SPECTRA AI  |  MULTIMODAL PRODUCT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Verification, Testing &amp; Performance Benchmarks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131/131 comprehensive E2E tests passing with 100% success 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🧪 E2E Test Suite Results (131 / 131 Passing)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Pydantic Data Models Validation: 14/14 Passed [✅ 100%]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Ingestion &amp; SHA-256 Hashing: 6/6 Passed [✅ 100%]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Multimodal Vision &amp; Fallback Extraction: 12/12 Passed [✅ 100%]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Concordance Fusion &amp; Conflict Resolution: 8/8 Passed [✅ 100%]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RAG Seed KB &amp; Standards Enrichment: 6/6 Passed [✅ 100%]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NetworkX Graph &amp; Outlier Detection: 8/8 Passed [✅ 100%]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Business Rules Validation &amp; CRI Scoring: 8/8 Passed [✅ 100%]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SQLite Persistence &amp; Audit Trail: 7/7 Passed [✅ 100%]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FastAPI Hardening, CORS &amp; Input Validation: 20/20 Passed [✅ 100%]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• Unit Normalization &amp; Trust Boundary: 18/18 Passed [✅ 100%]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⚡ Deterministic Performance Metrics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• Deterministic Pipeline Execution: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&lt; 15 ms (Local Engine) / &lt; 2.5s (Live VLM)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• Graph Traversal &amp; Outlier Checks: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&lt; 5 ms (NetworkX in-memory topology)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• Frontend Smoke Tests (React/Vite):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21/21 Passing (Vite v4 production bundle)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• Zero Deprecation Warnings: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Verified clean imports on Python 3.12+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• Memory Footprint: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Lightweight &lt; 85 MB RAM usage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• Robust Standalone Demo Engine: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Built-in offline simulation prevents live demo failure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SPECTRA AI  |  MULTIMODAL PRODUCT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Summary &amp; Live Demonstration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SpectraAI delivers production-ready intelligence for industrial commerce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7132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🎬 5-Minute Live Demonstration Flow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Step 1: Ingest Multi-Source Batch: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Click 'Load Sample Batch' (PDF Datasheet + Motor Nameplate + ERP CSV).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Step 2: Watch Real-Time 6-Stage Progress: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Observe live SSE stream through Ingest -&gt; Extract -&gt; Concordance -&gt; Taxonomy -&gt; Graph -&gt; Validate.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Step 3: Inspect Multi-Source Conflict: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See how the 460V vs 480V conflict is surfaced transparently with 0.7x confidence penalty.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Step 4: Explore NetworkX Graph &amp; Anomaly Alert: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Interact with D3.js graph, inspect category siblings, and review Z-score outlier warnings.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• Step 5: Review &amp; Export: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Apply Human-in-the-Loop approval, view immutable audit log, and download commerce-ready JSON &amp; CSV.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46304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64592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🏆 Why SpectraAI Wins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✔ 100% Tested &amp; Functional (131/131)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✔ Zero Silent Hallucinations (SHA-256)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✔ UNSPSC &amp; ETIM Ready for Unilog C1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✔ Deterministic CRI Scorecard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✔ Live Force-Directed Graph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✔ Immutable Audit Trail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✔ 98.2% Faster Catalog Onboarding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